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今日收获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9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韭菜盒子 Studio · 0710 开发日志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新模型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Seedance 9 + Sora2 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56032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修复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880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跨层审计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D92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9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Seedance 2.0 — 9 模型全链路注册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/ Fast / Standard × 多模态 / 文生 / 图生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模态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2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档位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2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价格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2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多模态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Mini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¥0.7-1.2/s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多模态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¥1.1-2.0/s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多模态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Standard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¥1.5-2.4/s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文生视频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Mini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¥0.7/s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文生视频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¥1.1/s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文生视频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Standard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¥1.5/s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图生视频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Mini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¥0.8/s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图生视频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¥1.3/s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图生视频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Standard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51C"/>
                          </a:solidFill>
                        </a:rPr>
                        <a:t>¥1.8/s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188720"/>
            <a:ext cx="3108960" cy="3474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32588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62828"/>
                </a:solidFill>
              </a:rPr>
              <a:t>� capabilities.json 缺 3 个 Mini 端点 → HTTP 500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62828"/>
                </a:solidFill>
              </a:rPr>
              <a:t>� realPersonMode 未注入 → 补 standard_payload.py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62828"/>
                </a:solidFill>
              </a:rPr>
              <a:t>� 标签歧义（多模态 vs 文生）→ 加后缀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定价从统一定价改为 9 个分别定价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多模态最低计费 5s→9s 需 1.8×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9 模型端点全部验证通过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9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2 — 4 模型注册 + UI 升级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文生 / 图生 / 真人图生 / 角色上传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2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可选时长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2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交互方式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2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文生视频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10s, 15s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下拉选择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图生视频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10s, 15s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下拉选择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真人图生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4s, 8s, 12s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下拉选择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角色上传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固定时长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51C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18872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3258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固定时长 → 下拉选择（非滑块）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CreationPanel ≤2→≤3 阈值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displayModelLabel 自动剥离 · RunningHub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4 模型已部署验证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9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NewAPI 模型广场 — 61 模型全量更新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编码技巧突破 SSH heredoc 截断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+ Gemini + Veo + Grok + OpenAI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描述格式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名称 · 类型 · 价格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与创作面板一致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280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价格来源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用户实际数据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非估算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28803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</a:rPr>
              <a:t>� SSH heredoc 大文本随机截断 → SQL 写入不完整 → 多次失败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</a:rPr>
              <a:t>解决方案：本地生成 SQL → base64 编码 → echo pipe → docker exec psql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F4A36"/>
                </a:solidFill>
              </a:rPr>
              <a:t>� 表结构：models (model_name, deleted_at) 软删除，唯一约束 uk_model_name_delete_at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F4A36"/>
                </a:solidFill>
              </a:rPr>
              <a:t>� 重启 NewAPI 刷新缓存：docker compose restart new-api（~2s）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</a:rPr>
              <a:t>61 行全部成功插入，模型广场上线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9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登录「保持登录」复选框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勾选即持久化，重启自动恢复 — 不勾选仅本次会话有效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9D925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一键登录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D925F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1645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1ECD2"/>
          </a:solidFill>
          <a:ln w="12700">
            <a:solidFill>
              <a:srgbClr val="9D92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51C"/>
                </a:solidFill>
              </a:rPr>
              <a:t>gatewayLogin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6251C"/>
                </a:solidFill>
              </a:rPr>
              <a:t>setApiKey → Keychain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45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D925F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☑ 保持登录？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1645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D925F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06640" y="1417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417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Key 持久化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21031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103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☐ clearApiKey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06324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</a:rPr>
              <a:t>� 审计发现：gatewayLogin 无条件写 Keychain → rememberMe=false 时 clearApiKey 撤销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F4A36"/>
                </a:solidFill>
              </a:rPr>
              <a:t>� 改 3 文件：JcCloudLoginBox ×2 + SettingsPanel，+35/-7 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</a:rPr>
              <a:t>类型检查零错误，3/3 登录测试通过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9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创作面板 UI 优化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拖拽上传 · Composer 重构 · 分辨率对齐 · 清理分类槽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25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Composer 横排→竖排：缩略图在上、提示词在下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拖拽上传可视化：compact + overlay 模式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拖拽三重防御：capture + stopPropagation + 归属检查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统一上传去 mediaSlots 分类槽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RH 视频分辨率对齐 capabilities.json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缩略图改为 88×88 方块网格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325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拖拽高亮虚线提示（drop zone）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空状态大号提示区适配文件类型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Tauri OS 级拖拽隔离修复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.cp-attach-row 补 thumbnail + clear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mediaModelCapabilities 清理错误字段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6 轮迭代 → 稳定可用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92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5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文档沉淀 + 其他修复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通用手册 · 搜索升级 · 剪贴板 · v1.2.6 发版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258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RH-模型注册手册 → 通用版 6 步流程 + 排障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新增 §4.8 NewAPI 模型广场更新流程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服务器运维手册同步模型广场操作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</a:rPr>
              <a:t>AGENTS.md 完整记录 0710 所有改动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旧手册 runninghub-seedance9-完整注册手册 已删除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2834640" cy="34747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32588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全局搜索 fuzzysort + 拼音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复制粘贴 enable_clipboard_access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右键「复制相对路径」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F4A36"/>
                </a:solidFill>
              </a:rPr>
              <a:t>� OTA 下载链路修复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51C"/>
                </a:solidFill>
              </a:rPr>
              <a:t>� v1.2.6 发版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核心收获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3152" cy="640080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模型注册流水线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Seedance 9 + Sora2 4 走通端到端 → 沉淀通用手册，以后 6 步搞定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640080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破 SSH 截断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heredoc 大文本经 SSH 随机截断 → base64 编码彻底解决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3152" cy="640080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登录持久化闭环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+ setApiKey/clearApiKey + 审计修复 → 完整可用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3152" cy="640080"/>
          </a:xfrm>
          <a:prstGeom prst="rect">
            <a:avLst/>
          </a:prstGeom>
          <a:solidFill>
            <a:srgbClr val="9D92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创作面板 6 轮迭代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拖拽隔离 + Composer 重构 + 分辨率对齐 → 稳定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commits · 3 份文档 · 13 个新模型 · 韭菜盒子 Studio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D92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今日收获 — 0710 开发日志</dc:title>
  <dc:subject>PptxGenJS Presentation</dc:subject>
  <dc:creator>韭菜盒子 Studio</dc:creator>
  <cp:lastModifiedBy>韭菜盒子 Studio</cp:lastModifiedBy>
  <cp:revision>1</cp:revision>
  <dcterms:created xsi:type="dcterms:W3CDTF">2026-07-10T17:07:50Z</dcterms:created>
  <dcterms:modified xsi:type="dcterms:W3CDTF">2026-07-10T17:07:50Z</dcterms:modified>
</cp:coreProperties>
</file>