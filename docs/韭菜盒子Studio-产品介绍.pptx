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Inter"/>
              </a:defRPr>
            </a:pPr>
            <a:r>
              <a:t>韭菜盒子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5C787"/>
                </a:solidFill>
                <a:latin typeface="Inter"/>
              </a:defRPr>
            </a:pPr>
            <a:r>
              <a:t>本地优先 · 纯手动 · 全模型 AI 工作台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062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  <a:latin typeface="Inter"/>
              </a:defRPr>
            </a:pPr>
            <a:r>
              <a:t>一键登录，即刻使用 Claude / GPT / Grok 等全部顶尖模型</a:t>
            </a:r>
            <a:br/>
            <a:r>
              <a:t>自由组合 Skill · 知识库 · 创作工具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v1.0.15  |  jiucaihezi.studio</a:t>
            </a:r>
          </a:p>
        </p:txBody>
      </p:sp>
      <p:pic>
        <p:nvPicPr>
          <p:cNvPr id="8" name="图片 7" descr="app-ic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12720" y="1723390"/>
            <a:ext cx="730885" cy="7308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562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t>韭菜盒子 Studio  |  jiucaihezi.studio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8E23"/>
                </a:solidFill>
                <a:latin typeface="Inter"/>
              </a:defRPr>
            </a:pPr>
            <a:r>
              <a:t>产品定位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Inter"/>
              </a:defRPr>
            </a:pPr>
            <a:r>
              <a:t>AI 工作台，不是 AI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Inter"/>
              </a:defRPr>
            </a:pPr>
            <a:r>
              <a:t>「用户主导，AI 执行」—— 用户选择模型、选择 Skill、选择工具，AI 按显式配置精准执行。不搞黑盒自动化。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2606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154680"/>
            <a:ext cx="457200" cy="45720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08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Inter"/>
              </a:defRPr>
            </a:pPr>
            <a:r>
              <a:t>普通用户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7472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Inter"/>
              </a:defRPr>
            </a:pPr>
            <a:r>
              <a:t>打开即用，一键登录就能和</a:t>
            </a:r>
            <a:br/>
            <a:r>
              <a:t>顶尖模型对话、生图、做视频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39" y="2926080"/>
            <a:ext cx="2606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94759" y="3154680"/>
            <a:ext cx="457200" cy="45720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108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Inter"/>
              </a:defRPr>
            </a:pPr>
            <a:r>
              <a:t>内容创作者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47472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Inter"/>
              </a:defRPr>
            </a:pPr>
            <a:r>
              <a:t>Skill 系统调用专业能力包</a:t>
            </a:r>
            <a:br/>
            <a:r>
              <a:t>搭知识库防 AI 失忆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926080"/>
            <a:ext cx="2606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79" y="3154680"/>
            <a:ext cx="457200" cy="45720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3108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Inter"/>
              </a:defRPr>
            </a:pPr>
            <a:r>
              <a:t>开发者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347472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Inter"/>
              </a:defRPr>
            </a:pPr>
            <a:r>
              <a:t>本地项目读写、命令执行</a:t>
            </a:r>
            <a:br/>
            <a:r>
              <a:t>OpenCode 文/武双模式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2926080"/>
            <a:ext cx="2606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3154680"/>
            <a:ext cx="457200" cy="45720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3108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Inter"/>
              </a:defRPr>
            </a:pPr>
            <a:r>
              <a:t>设计师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347472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Inter"/>
              </a:defRPr>
            </a:pPr>
            <a:r>
              <a:t>创作面板一站式生图、</a:t>
            </a:r>
            <a:br/>
            <a:r>
              <a:t>生视频、生音频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Inter"/>
              </a:defRPr>
            </a:pPr>
            <a:r>
              <a:t>核心原则：Skill 决定 AI 是谁  ·  知识库提供参考资料  ·  工具仓库提供本地手脚</a:t>
            </a:r>
          </a:p>
        </p:txBody>
      </p:sp>
      <p:pic>
        <p:nvPicPr>
          <p:cNvPr id="27" name="图片 26" descr="app-ic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615" y="6556375"/>
            <a:ext cx="280670" cy="2806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562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t>韭菜盒子 Studio  |  jiucaihezi.studio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8E23"/>
                </a:solidFill>
                <a:latin typeface="Inter"/>
              </a:defRPr>
            </a:pPr>
            <a:r>
              <a:t>核心特点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Inter"/>
              </a:defRPr>
            </a:pPr>
            <a:r>
              <a:t>零门槛，一键登录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2377440"/>
            <a:ext cx="1097280" cy="109728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下载应用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8888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2377440"/>
            <a:ext cx="1097280" cy="1097280"/>
          </a:xfrm>
          <a:prstGeom prst="ellipse">
            <a:avLst/>
          </a:prstGeom>
          <a:solidFill>
            <a:srgbClr val="D5C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一键登录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51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8888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0" y="2377440"/>
            <a:ext cx="1097280" cy="109728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即刻使用全部顶尖模型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Inter"/>
              </a:defRPr>
            </a:pPr>
            <a:r>
              <a:t>🔑 不需要 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Inter"/>
              </a:defRPr>
            </a:pPr>
            <a:r>
              <a:t>账号登录即用，内置 NewAPI 中转，统一鉴权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Inter"/>
              </a:defRPr>
            </a:pPr>
            <a:r>
              <a:t>🌐 不需要翻墙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480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Inter"/>
              </a:defRPr>
            </a:pPr>
            <a:r>
              <a:t>本地桌面应用，直连国内加速节点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Inter"/>
              </a:defRPr>
            </a:pPr>
            <a:r>
              <a:t>⚙️ 不需要配置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120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Inter"/>
              </a:defRPr>
            </a:pPr>
            <a:r>
              <a:t>模型列表自动同步，一键切换 30+ 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Inter"/>
              </a:defRPr>
            </a:pPr>
            <a:r>
              <a:t>📋 一键抄配置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760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Inter"/>
              </a:defRPr>
            </a:pPr>
            <a:r>
              <a:t>登录后复制全套 API 信息，在任何 AI 客户端使用</a:t>
            </a:r>
          </a:p>
        </p:txBody>
      </p:sp>
      <p:pic>
        <p:nvPicPr>
          <p:cNvPr id="27" name="图片 26" descr="app-ic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615" y="6556375"/>
            <a:ext cx="280670" cy="2806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562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t>韭菜盒子 Studio  |  jiucaihezi.studio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8E23"/>
                </a:solidFill>
                <a:latin typeface="Inter"/>
              </a:defRPr>
            </a:pPr>
            <a:r>
              <a:t>核心特点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Inter"/>
              </a:defRPr>
            </a:pPr>
            <a:r>
              <a:t>全模型自由切换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03120"/>
            <a:ext cx="10332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6B2F"/>
                </a:solidFill>
                <a:latin typeface="Inter"/>
              </a:defRPr>
            </a:pPr>
            <a:r>
              <a:t>💬 文本对话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75895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Inter"/>
              </a:defRPr>
            </a:pPr>
            <a:r>
              <a:t>Claude </a:t>
            </a:r>
            <a:r>
              <a:rPr lang="en-US" altLang="zh-CN"/>
              <a:t>Opus4.8</a:t>
            </a:r>
            <a:r>
              <a:t>、GPT-</a:t>
            </a:r>
            <a:r>
              <a:rPr lang="en-US"/>
              <a:t>5.5</a:t>
            </a:r>
            <a:r>
              <a:t>、Gemini </a:t>
            </a:r>
            <a:r>
              <a:rPr lang="en-US"/>
              <a:t>3.1</a:t>
            </a:r>
            <a:r>
              <a:t> Pro、DeepSeek V</a:t>
            </a:r>
            <a:r>
              <a:rPr lang="en-US"/>
              <a:t>4</a:t>
            </a: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4400" y="3108960"/>
            <a:ext cx="10332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6B2F"/>
                </a:solidFill>
                <a:latin typeface="Inter"/>
              </a:defRPr>
            </a:pPr>
            <a:r>
              <a:t>🎨 图片生成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00400"/>
            <a:ext cx="75895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Inter"/>
              </a:defRPr>
            </a:pPr>
            <a:r>
              <a:t>GPT Image 2、Nano Banana</a:t>
            </a:r>
            <a:r>
              <a:rPr lang="en-US"/>
              <a:t> </a:t>
            </a:r>
            <a:r>
              <a:rPr lang="en-US"/>
              <a:t>Pro</a:t>
            </a: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14400" y="4114800"/>
            <a:ext cx="10332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6B2F"/>
                </a:solidFill>
                <a:latin typeface="Inter"/>
              </a:defRPr>
            </a:pPr>
            <a:r>
              <a:t>🎬 视频生成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206240"/>
            <a:ext cx="75895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Inter"/>
              </a:defRPr>
            </a:pPr>
            <a:r>
              <a:t>Veo 3</a:t>
            </a:r>
            <a:r>
              <a:rPr lang="en-US"/>
              <a:t>.</a:t>
            </a:r>
            <a:r>
              <a:rPr lang="en-US" altLang="zh-CN"/>
              <a:t>1</a:t>
            </a:r>
            <a:r>
              <a:t>、Grok Video</a:t>
            </a:r>
            <a:r>
              <a:rPr lang="en-US"/>
              <a:t> 3</a:t>
            </a:r>
            <a:r>
              <a:t>、Seedance 2.0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120640"/>
            <a:ext cx="10332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56B2F"/>
                </a:solidFill>
                <a:latin typeface="Inter"/>
              </a:defRPr>
            </a:pPr>
            <a:r>
              <a:t>🎵 音频生成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212079"/>
            <a:ext cx="75895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Inter"/>
              </a:defRPr>
            </a:pPr>
            <a:r>
              <a:t>Suno V5</a:t>
            </a:r>
            <a:r>
              <a:rPr lang="en-US"/>
              <a:t>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Inter"/>
              </a:defRPr>
            </a:pPr>
            <a:r>
              <a:t>🧠 模型感知：自动检测 vision / text-only，图片自适应格式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Inter"/>
              </a:defRPr>
            </a:pPr>
            <a:r>
              <a:t>📊 Token 水位计：实时显示上下文用量，三色预警</a:t>
            </a:r>
          </a:p>
        </p:txBody>
      </p:sp>
      <p:pic>
        <p:nvPicPr>
          <p:cNvPr id="27" name="图片 26" descr="app-ic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615" y="6556375"/>
            <a:ext cx="280670" cy="2806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562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t>韭菜盒子 Studio  |  jiucaihezi.studio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8E23"/>
                </a:solidFill>
                <a:latin typeface="Inter"/>
              </a:defRPr>
            </a:pPr>
            <a:r>
              <a:t>核心特点 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Inter"/>
              </a:defRPr>
            </a:pPr>
            <a:r>
              <a:t>Skill 系统 — 给 AI 装上专业大脑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Inter"/>
              </a:defRPr>
            </a:pPr>
            <a:r>
              <a:t>Skill 是官方 Anthropic Skill 标准的能力包。</a:t>
            </a:r>
            <a:br/>
            <a:r>
              <a:t>每个 Skill = SKILL.md + 参考资料 + 脚本，</a:t>
            </a:r>
            <a:br/>
            <a:r>
              <a:t>让 AI 瞬间获得专业领域能力。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Inter"/>
              </a:defRPr>
            </a:pPr>
            <a:r>
              <a:t>⚖️ 律师工作台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301752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108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Inter"/>
              </a:defRPr>
            </a:pPr>
            <a:r>
              <a:t>📝 漫剧剧本生成器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01752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1089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Inter"/>
              </a:defRPr>
            </a:pPr>
            <a:r>
              <a:t>🎨 品牌指南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Inter"/>
              </a:defRPr>
            </a:pPr>
            <a:r>
              <a:t>💻 Claude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384048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9319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Inter"/>
              </a:defRPr>
            </a:pPr>
            <a:r>
              <a:t>🏗️ MCP 构建器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84048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9319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Inter"/>
              </a:defRPr>
            </a:pPr>
            <a:r>
              <a:t>🖌️ 前端设计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66344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5487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Inter"/>
              </a:defRPr>
            </a:pPr>
            <a:r>
              <a:t>📄 Word/PDF/PPT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466344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475487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Inter"/>
              </a:defRPr>
            </a:pPr>
            <a:r>
              <a:t>📊 Excel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466344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75487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Inter"/>
              </a:defRPr>
            </a:pPr>
            <a:r>
              <a:t>🤝 文档协作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48640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5778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Inter"/>
              </a:defRPr>
            </a:pPr>
            <a:r>
              <a:t>📚 知识库架构师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548640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5778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Inter"/>
              </a:defRPr>
            </a:pPr>
            <a:r>
              <a:t>🔧 Skill 创建器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548640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55778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Inter"/>
              </a:defRPr>
            </a:pPr>
            <a:r>
              <a:t>📮 内部通讯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0116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Inter"/>
              </a:defRPr>
            </a:pPr>
            <a:r>
              <a:t>✦ 中央 Skill 库：20+ 官方 Skill</a:t>
            </a:r>
            <a:br/>
            <a:r>
              <a:t>    GitHub 一键导入社区 Skill</a:t>
            </a:r>
            <a:br/>
            <a:br/>
            <a:r>
              <a:t>✦ 用户自建：从对话、编辑器、</a:t>
            </a:r>
            <a:br/>
            <a:r>
              <a:t>    知识库提炼经验 → 生成 Skill</a:t>
            </a:r>
            <a:br/>
            <a:br/>
            <a:r>
              <a:t>✦ 纯手动：用户选择 Skill →</a:t>
            </a:r>
            <a:br/>
            <a:r>
              <a:t>    AI 按 SKILL.md 执行</a:t>
            </a:r>
          </a:p>
        </p:txBody>
      </p:sp>
      <p:pic>
        <p:nvPicPr>
          <p:cNvPr id="35" name="图片 34" descr="app-ic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615" y="6556375"/>
            <a:ext cx="280670" cy="2806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562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t>韭菜盒子 Studio  |  jiucaihezi.studio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8E23"/>
                </a:solidFill>
                <a:latin typeface="Inter"/>
              </a:defRPr>
            </a:pPr>
            <a:r>
              <a:t>核心特点 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Inter"/>
              </a:defRPr>
            </a:pPr>
            <a:r>
              <a:t>知识库 — 给 AI 装上长期记忆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Inter"/>
              </a:defRPr>
            </a:pPr>
            <a:r>
              <a:t>💡 解决 AI「聊完就忘」的核心痛点 —— 用户上传资料 → 系统整理为结构化知识页 → 对话时自动召回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74320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743200"/>
            <a:ext cx="3200400" cy="45720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788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Inter"/>
              </a:defRPr>
            </a:pPr>
            <a:r>
              <a:t>raw/  原始素材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83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Inter"/>
              </a:defRPr>
            </a:pPr>
            <a:r>
              <a:t>用户拖拽上传</a:t>
            </a:r>
            <a:br/>
            <a:r>
              <a:t>不改动原文件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74320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2743200"/>
            <a:ext cx="3200400" cy="457200"/>
          </a:xfrm>
          <a:prstGeom prst="rect">
            <a:avLst/>
          </a:prstGeom>
          <a:solidFill>
            <a:srgbClr val="D5C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788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Inter"/>
              </a:defRPr>
            </a:pPr>
            <a:r>
              <a:t>wiki/  结构化知识页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383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Inter"/>
              </a:defRPr>
            </a:pPr>
            <a:r>
              <a:t>可检索、可引用</a:t>
            </a:r>
            <a:br/>
            <a:r>
              <a:t>AI 续写不失忆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74320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2743200"/>
            <a:ext cx="3200400" cy="45720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2788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Inter"/>
              </a:defRPr>
            </a:pPr>
            <a:r>
              <a:t>CLAUDE.md  记忆锚点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59" y="3383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Inter"/>
              </a:defRPr>
            </a:pPr>
            <a:r>
              <a:t>定义知识库规则</a:t>
            </a:r>
            <a:br/>
            <a:r>
              <a:t>知识库的「说明书」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Inter"/>
              </a:defRPr>
            </a:pPr>
            <a:r>
              <a:t>🛡️ 安全底线：知识库只接受用户手动添加</a:t>
            </a:r>
            <a:br/>
            <a:r>
              <a:t>    AI 禁止自动写入，杜绝幻觉污染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20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Inter"/>
              </a:defRPr>
            </a:pPr>
            <a:r>
              <a:t>📦 开箱模板：律师案件库 / 小说知识库</a:t>
            </a:r>
            <a:br/>
            <a:r>
              <a:t>    漫剧剧本项目，一键创建</a:t>
            </a:r>
          </a:p>
        </p:txBody>
      </p:sp>
      <p:pic>
        <p:nvPicPr>
          <p:cNvPr id="27" name="图片 26" descr="app-ic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615" y="6556375"/>
            <a:ext cx="280670" cy="2806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562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t>韭菜盒子 Studio  |  jiucaihezi.studio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8E23"/>
                </a:solidFill>
                <a:latin typeface="Inter"/>
              </a:defRPr>
            </a:pPr>
            <a:r>
              <a:t>核心特点 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Inter"/>
              </a:defRPr>
            </a:pPr>
            <a:r>
              <a:t>创作面板 — 一站式 AIGC 工厂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Inter"/>
              </a:defRPr>
            </a:pPr>
            <a: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3474720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Inter"/>
              </a:defRPr>
            </a:pPr>
            <a:r>
              <a:t>🖼️ 图片生成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Inter"/>
              </a:defRPr>
            </a:pPr>
            <a:r>
              <a:t>文生图 / 图生图</a:t>
            </a:r>
            <a:br/>
            <a:r>
              <a:t>比例 · 分辨率 · 风格自由控制</a:t>
            </a:r>
            <a:br/>
            <a:r>
              <a:t>GPT Image 2 / Nano Banana / FLUX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21031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2103120"/>
            <a:ext cx="3474720" cy="54864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Inter"/>
              </a:defRPr>
            </a:pPr>
            <a:r>
              <a:t>🎬 视频生成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834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Inter"/>
              </a:defRPr>
            </a:pPr>
            <a:r>
              <a:t>Veo 3 / Grok Video / Seedance 2.0</a:t>
            </a:r>
            <a:br/>
            <a:r>
              <a:t>三大引擎随意切换</a:t>
            </a:r>
            <a:br/>
            <a:r>
              <a:t>比例 · 时长可调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1031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3474720" cy="54864"/>
          </a:xfrm>
          <a:prstGeom prst="rect">
            <a:avLst/>
          </a:prstGeom>
          <a:solidFill>
            <a:srgbClr val="D5C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Inter"/>
              </a:defRPr>
            </a:pPr>
            <a:r>
              <a:t>🎵 音频生成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34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Inter"/>
              </a:defRPr>
            </a:pPr>
            <a:r>
              <a:t>Suno V5 音乐生成</a:t>
            </a:r>
            <a:br/>
            <a:r>
              <a:t>标题 · 标签 · MV 模式</a:t>
            </a:r>
            <a:br/>
            <a:r>
              <a:t>RH 声音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Inter"/>
              </a:defRPr>
            </a:pPr>
            <a:r>
              <a:t>13 个媒体模型  ·  统一鉴权  ·  统一入口  ·  生成结果自动本地保存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Inter"/>
              </a:defRPr>
            </a:pPr>
            <a:r>
              <a:t>画廊自动归档 → 一键下载 → 复制链接 → 灯箱预览</a:t>
            </a:r>
          </a:p>
        </p:txBody>
      </p:sp>
      <p:pic>
        <p:nvPicPr>
          <p:cNvPr id="27" name="图片 26" descr="app-ic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615" y="6556375"/>
            <a:ext cx="280670" cy="2806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562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t>韭菜盒子 Studio  |  jiucaihezi.studio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8E23"/>
                </a:solidFill>
                <a:latin typeface="Inter"/>
              </a:defRPr>
            </a:pPr>
            <a:r>
              <a:t>核心特点 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Inter"/>
              </a:defRPr>
            </a:pPr>
            <a:r>
              <a:t>本地工具 — 桌面端的真正力量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Inter"/>
              </a:defRPr>
            </a:pPr>
            <a: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331720"/>
            <a:ext cx="457200" cy="45720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86000"/>
            <a:ext cx="9143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Inter"/>
              </a:defRPr>
            </a:pPr>
            <a:r>
              <a:t>文档转换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88920"/>
            <a:ext cx="91439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Inter"/>
              </a:defRPr>
            </a:pPr>
            <a:r>
              <a:t>Office / PDF 转 Markdown</a:t>
            </a:r>
            <a:br/>
            <a:r>
              <a:t>本地处理不泄密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10312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91839" y="2331720"/>
            <a:ext cx="457200" cy="45720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286000"/>
            <a:ext cx="9143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Inter"/>
              </a:defRPr>
            </a:pPr>
            <a:r>
              <a:t>浏览器控制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788920"/>
            <a:ext cx="91439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Inter"/>
              </a:defRPr>
            </a:pPr>
            <a:r>
              <a:t>可见 Chrome 搜索、打开网页</a:t>
            </a:r>
            <a:br/>
            <a:r>
              <a:t>截图、点击操作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10312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77840" y="2331720"/>
            <a:ext cx="457200" cy="45720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86000"/>
            <a:ext cx="9143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Inter"/>
              </a:defRPr>
            </a:pPr>
            <a:r>
              <a:t>项目读写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788920"/>
            <a:ext cx="91439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Inter"/>
              </a:defRPr>
            </a:pPr>
            <a:r>
              <a:t>项目目录内读写文件</a:t>
            </a:r>
            <a:br/>
            <a:r>
              <a:t>搜索、执行命令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10312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63840" y="2331720"/>
            <a:ext cx="457200" cy="45720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286000"/>
            <a:ext cx="9143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Inter"/>
              </a:defRPr>
            </a:pPr>
            <a:r>
              <a:t>媒体处理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788920"/>
            <a:ext cx="91439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Inter"/>
              </a:defRPr>
            </a:pPr>
            <a:r>
              <a:t>ffmpeg 视频处理</a:t>
            </a:r>
            <a:br/>
            <a:r>
              <a:t>yt-dlp 网页媒体采集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210312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49840" y="2331720"/>
            <a:ext cx="457200" cy="457200"/>
          </a:xfrm>
          <a:prstGeom prst="ellipse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2286000"/>
            <a:ext cx="9143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Inter"/>
              </a:defRPr>
            </a:pPr>
            <a:r>
              <a:t>OpenCode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2788920"/>
            <a:ext cx="91439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Inter"/>
              </a:defRPr>
            </a:pPr>
            <a:r>
              <a:t>文模式 / 武模式双引擎</a:t>
            </a:r>
            <a:br/>
            <a:r>
              <a:t>项目级 AI 协作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Inter"/>
              </a:defRPr>
            </a:pPr>
            <a:r>
              <a:t>桌面应用不只是网页套壳。韭菜盒子直接调用操作系统能力，</a:t>
            </a:r>
            <a:br/>
            <a:r>
              <a:t>所有处理在本地完成，数据不经过云端。</a:t>
            </a:r>
          </a:p>
        </p:txBody>
      </p:sp>
      <p:pic>
        <p:nvPicPr>
          <p:cNvPr id="32" name="图片 31" descr="app-ic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615" y="6556375"/>
            <a:ext cx="280670" cy="280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562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t>韭菜盒子 Studio  |  jiucaihezi.studio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8E23"/>
                </a:solidFill>
                <a:latin typeface="Inter"/>
              </a:defRPr>
            </a:pPr>
            <a:r>
              <a:t>核心特点 ⑦ + 技术亮点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Inter"/>
              </a:defRPr>
            </a:pPr>
            <a:r>
              <a:t>双端覆盖 · 技术实力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Inter"/>
              </a:defRPr>
            </a:pPr>
            <a: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029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5029200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2D2D"/>
                </a:solidFill>
                <a:latin typeface="Inter"/>
              </a:defRPr>
            </a:pPr>
            <a:r>
              <a:t>🖥️ 桌面端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Inter"/>
              </a:defRPr>
            </a:pPr>
            <a:r>
              <a:t>macOS / Windows 原生应用</a:t>
            </a:r>
            <a:br/>
            <a:r>
              <a:t>全功能：本地工具 + OpenCode 文/武模式 + 直连模式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5029200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2D2D"/>
                </a:solidFill>
                <a:latin typeface="Inter"/>
              </a:defRPr>
            </a:pPr>
            <a:r>
              <a:t>🌐 Web 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517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Inter"/>
              </a:defRPr>
            </a:pPr>
            <a:r>
              <a:t>浏览器访问 jiucaihezi.studio</a:t>
            </a:r>
            <a:br/>
            <a:r>
              <a:t>轻量直连模式，随时随地打开即用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Inter"/>
              </a:defRPr>
            </a:pPr>
            <a:r>
              <a:t>双端共享核心体验：模型 · Skill · 创作面板 · 知识库，视觉和交互保持一致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89120"/>
            <a:ext cx="2103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56B2F"/>
                </a:solidFill>
                <a:latin typeface="Inter"/>
              </a:defRPr>
            </a:pPr>
            <a:r>
              <a:t>本地优先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463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Inter"/>
              </a:defRPr>
            </a:pPr>
            <a:r>
              <a:t>数据存本地 SQLite</a:t>
            </a:r>
            <a:br/>
            <a:r>
              <a:t>Session Token 0600 权限文件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4389120"/>
            <a:ext cx="2103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79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56B2F"/>
                </a:solidFill>
                <a:latin typeface="Inter"/>
              </a:defRPr>
            </a:pPr>
            <a:r>
              <a:t>流式响应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79" y="48463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Inter"/>
              </a:defRPr>
            </a:pPr>
            <a:r>
              <a:t>SSE 实时流式输出</a:t>
            </a:r>
            <a:br/>
            <a:r>
              <a:t>逐字显示，对标 ChatGPT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4389120"/>
            <a:ext cx="2103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56B2F"/>
                </a:solidFill>
                <a:latin typeface="Inter"/>
              </a:defRPr>
            </a:pPr>
            <a:r>
              <a:t>安全架构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8463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Inter"/>
              </a:defRPr>
            </a:pPr>
            <a:r>
              <a:t>Rust + Tauri 桌面壳</a:t>
            </a:r>
            <a:br/>
            <a:r>
              <a:t>权限最小化，路径穿越防护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4389120"/>
            <a:ext cx="2103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8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56B2F"/>
                </a:solidFill>
                <a:latin typeface="Inter"/>
              </a:defRPr>
            </a:pPr>
            <a:r>
              <a:t>离线降级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48463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Inter"/>
              </a:defRPr>
            </a:pPr>
            <a:r>
              <a:t>存储层故障自动降级</a:t>
            </a:r>
            <a:br/>
            <a:r>
              <a:t>UI 不白屏，数据不丢失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4389120"/>
            <a:ext cx="2103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56B2F"/>
                </a:solidFill>
                <a:latin typeface="Inter"/>
              </a:defRPr>
            </a:pPr>
            <a:r>
              <a:t>三平台发布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48463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Inter"/>
              </a:defRPr>
            </a:pPr>
            <a:r>
              <a:t>macOS ARM + Intel</a:t>
            </a:r>
            <a:br/>
            <a:r>
              <a:t>Windows x64 CI 自动构建</a:t>
            </a:r>
          </a:p>
        </p:txBody>
      </p:sp>
      <p:pic>
        <p:nvPicPr>
          <p:cNvPr id="33" name="图片 32" descr="app-ic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615" y="6556375"/>
            <a:ext cx="280670" cy="2806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562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Inter"/>
              </a:defRPr>
            </a:pPr>
            <a:r>
              <a:t>韭菜盒子 Studio  |  jiucaihezi.studio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8E23"/>
                </a:solidFill>
                <a:latin typeface="Inter"/>
              </a:defRPr>
            </a:pPr>
            <a:r>
              <a:t>竞品对比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Inter"/>
              </a:defRPr>
            </a:pPr>
            <a:r>
              <a:t>为什么选择韭菜盒子？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828800" cy="36576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011680"/>
            <a:ext cx="1645920" cy="41148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299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对比维度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011680"/>
            <a:ext cx="2834639" cy="4114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0299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ChatGPT / Claude 网页版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59" y="2011680"/>
            <a:ext cx="2834639" cy="4114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0299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其他 AI 桌面客户端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2011680"/>
            <a:ext cx="2834639" cy="41148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0299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韭菜盒子 Studio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2514600"/>
            <a:ext cx="10698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5603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Inter"/>
              </a:defRPr>
            </a:pPr>
            <a:r>
              <a:t>模型数量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560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单一厂商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560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需手动配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560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56B2F"/>
                </a:solidFill>
                <a:latin typeface="Inter"/>
              </a:defRPr>
            </a:pPr>
            <a:r>
              <a:t>✅ 30+ 模型一键切换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2990088"/>
            <a:ext cx="10698480" cy="438912"/>
          </a:xfrm>
          <a:prstGeom prst="rect">
            <a:avLst/>
          </a:prstGeom>
          <a:solidFill>
            <a:srgbClr val="EEE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0358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Inter"/>
              </a:defRPr>
            </a:pPr>
            <a:r>
              <a:t>使用门槛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035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需翻墙 + 付费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035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需自行申请 API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035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56B2F"/>
                </a:solidFill>
                <a:latin typeface="Inter"/>
              </a:defRPr>
            </a:pPr>
            <a:r>
              <a:t>✅ 一键登录即用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3465576"/>
            <a:ext cx="10698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35112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Inter"/>
              </a:defRPr>
            </a:pPr>
            <a:r>
              <a:t>知识库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35112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无或有限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35112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通常无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5112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56B2F"/>
                </a:solidFill>
                <a:latin typeface="Inter"/>
              </a:defRPr>
            </a:pPr>
            <a:r>
              <a:t>✅ 三层架构 + 防幻觉污染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3941064"/>
            <a:ext cx="10698480" cy="438912"/>
          </a:xfrm>
          <a:prstGeom prst="rect">
            <a:avLst/>
          </a:prstGeom>
          <a:solidFill>
            <a:srgbClr val="EEE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398678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Inter"/>
              </a:defRPr>
            </a:pPr>
            <a:r>
              <a:t>Skill 系统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39867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39867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9867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56B2F"/>
                </a:solidFill>
                <a:latin typeface="Inter"/>
              </a:defRPr>
            </a:pPr>
            <a:r>
              <a:t>✅ 官方 Anthropic Skill 标准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4416552"/>
            <a:ext cx="10698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4622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Inter"/>
              </a:defRPr>
            </a:pPr>
            <a:r>
              <a:t>本地工具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44622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44622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有限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4622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56B2F"/>
                </a:solidFill>
                <a:latin typeface="Inter"/>
              </a:defRPr>
            </a:pPr>
            <a:r>
              <a:t>✅ 浏览器 + 项目读写 + 媒体处理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" y="4892040"/>
            <a:ext cx="10698480" cy="438912"/>
          </a:xfrm>
          <a:prstGeom prst="rect">
            <a:avLst/>
          </a:prstGeom>
          <a:solidFill>
            <a:srgbClr val="EEE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93775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Inter"/>
              </a:defRPr>
            </a:pPr>
            <a:r>
              <a:t>媒体生成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49377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仅图片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49377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需额外配置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493775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56B2F"/>
                </a:solidFill>
                <a:latin typeface="Inter"/>
              </a:defRPr>
            </a:pPr>
            <a:r>
              <a:t>✅ 图/视频/音频一站式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" y="5367528"/>
            <a:ext cx="10698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54132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Inter"/>
              </a:defRPr>
            </a:pPr>
            <a:r>
              <a:t>数据隐私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0360" y="54132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全在云端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54132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取决于实现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400" y="54132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56B2F"/>
                </a:solidFill>
                <a:latin typeface="Inter"/>
              </a:defRPr>
            </a:pPr>
            <a:r>
              <a:t>✅ 本地 SQLite 密钥 0600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" y="5843016"/>
            <a:ext cx="10698480" cy="438912"/>
          </a:xfrm>
          <a:prstGeom prst="rect">
            <a:avLst/>
          </a:prstGeom>
          <a:solidFill>
            <a:srgbClr val="EEE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1560" y="58887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Inter"/>
              </a:defRPr>
            </a:pPr>
            <a:r>
              <a:t>双端覆盖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0360" y="5888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仅 Web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97880" y="5888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Inter"/>
              </a:defRPr>
            </a:pPr>
            <a:r>
              <a:t>仅桌面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5888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56B2F"/>
                </a:solidFill>
                <a:latin typeface="Inter"/>
              </a:defRPr>
            </a:pPr>
            <a:r>
              <a:t>✅ 桌面 + Web 双端</a:t>
            </a:r>
          </a:p>
        </p:txBody>
      </p:sp>
      <p:pic>
        <p:nvPicPr>
          <p:cNvPr id="57" name="图片 56" descr="app-ic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615" y="6556375"/>
            <a:ext cx="280670" cy="2806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635" y="3657600"/>
            <a:ext cx="12191695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Inter"/>
              </a:defRPr>
            </a:pPr>
            <a:r>
              <a:t>产品现状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2860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5C787"/>
                </a:solidFill>
                <a:latin typeface="Inter"/>
              </a:defRPr>
            </a:pPr>
            <a:r>
              <a:t>✦  版本 v1.0.15  —  核心功能稳定，进入产品收口期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7432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5C787"/>
                </a:solidFill>
                <a:latin typeface="Inter"/>
              </a:defRPr>
            </a:pPr>
            <a:r>
              <a:t>✦  macOS (ARM + Intel)  +  Windows x64  正式发布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2004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5C787"/>
                </a:solidFill>
                <a:latin typeface="Inter"/>
              </a:defRPr>
            </a:pPr>
            <a:r>
              <a:t>✦  Web 端  jiucaihezi.studio  在线可用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Inter"/>
              </a:defRPr>
            </a:pPr>
            <a:r>
              <a:t>不折腾，打开就用。</a:t>
            </a:r>
            <a:br/>
            <a:r>
              <a:t>你的第一个也是最后一个 AI 工作台。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41832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Inter"/>
              </a:defRPr>
            </a:pPr>
            <a:r>
              <a:t>韭菜盒子 Studio  |  jiucaihezi.studio  | </a:t>
            </a:r>
          </a:p>
        </p:txBody>
      </p:sp>
      <p:pic>
        <p:nvPicPr>
          <p:cNvPr id="27" name="图片 26" descr="app-ic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33215" y="5486400"/>
            <a:ext cx="280670" cy="2806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2947</Words>
  <Application>WPS 表格</Application>
  <PresentationFormat>On-screen Show (4:3)</PresentationFormat>
  <Paragraphs>362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Arial</vt:lpstr>
      <vt:lpstr>Inter</vt:lpstr>
      <vt:lpstr>Thonburi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Inter</vt:lpstr>
      <vt:lpstr>苹方-简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by3</cp:lastModifiedBy>
  <cp:revision>3</cp:revision>
  <dcterms:created xsi:type="dcterms:W3CDTF">2026-06-27T04:59:34Z</dcterms:created>
  <dcterms:modified xsi:type="dcterms:W3CDTF">2026-06-27T04:59:34Z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1EC7B43EC647E76919583F6AC97F8DA8_42</vt:lpwstr>
  </property>
</Properties>
</file>